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8FA792-236A-2446-B41C-50DD3DECEF91}" v="184" dt="2026-03-21T07:58:33.606"/>
    <p1510:client id="{DF7FA5D2-0FA4-6045-AF8B-7C033201980D}" v="81" dt="2026-03-21T12:34:34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fried Fuhrmann" userId="63335599862c4cef" providerId="LiveId" clId="{DF7FA5D2-0FA4-6045-AF8B-7C033201980D}"/>
    <pc:docChg chg="undo custSel modSld">
      <pc:chgData name="Wilfried Fuhrmann" userId="63335599862c4cef" providerId="LiveId" clId="{DF7FA5D2-0FA4-6045-AF8B-7C033201980D}" dt="2026-03-21T12:34:34.507" v="299" actId="20577"/>
      <pc:docMkLst>
        <pc:docMk/>
      </pc:docMkLst>
      <pc:sldChg chg="addSp delSp modSp mod">
        <pc:chgData name="Wilfried Fuhrmann" userId="63335599862c4cef" providerId="LiveId" clId="{DF7FA5D2-0FA4-6045-AF8B-7C033201980D}" dt="2026-03-21T12:34:34.507" v="299" actId="20577"/>
        <pc:sldMkLst>
          <pc:docMk/>
          <pc:sldMk cId="2610582844" sldId="256"/>
        </pc:sldMkLst>
        <pc:spChg chg="del mod">
          <ac:chgData name="Wilfried Fuhrmann" userId="63335599862c4cef" providerId="LiveId" clId="{DF7FA5D2-0FA4-6045-AF8B-7C033201980D}" dt="2026-03-21T12:12:41.754" v="95" actId="478"/>
          <ac:spMkLst>
            <pc:docMk/>
            <pc:sldMk cId="2610582844" sldId="256"/>
            <ac:spMk id="3" creationId="{5F65181B-B4AC-CCDF-0F4B-3365E4FB26DC}"/>
          </ac:spMkLst>
        </pc:spChg>
        <pc:spChg chg="mod">
          <ac:chgData name="Wilfried Fuhrmann" userId="63335599862c4cef" providerId="LiveId" clId="{DF7FA5D2-0FA4-6045-AF8B-7C033201980D}" dt="2026-03-21T12:14:08.990" v="106" actId="1076"/>
          <ac:spMkLst>
            <pc:docMk/>
            <pc:sldMk cId="2610582844" sldId="256"/>
            <ac:spMk id="4" creationId="{64CDB34D-51AA-E693-6543-28628757ACCE}"/>
          </ac:spMkLst>
        </pc:spChg>
        <pc:spChg chg="mod">
          <ac:chgData name="Wilfried Fuhrmann" userId="63335599862c4cef" providerId="LiveId" clId="{DF7FA5D2-0FA4-6045-AF8B-7C033201980D}" dt="2026-03-21T12:12:52.478" v="97" actId="1076"/>
          <ac:spMkLst>
            <pc:docMk/>
            <pc:sldMk cId="2610582844" sldId="256"/>
            <ac:spMk id="13" creationId="{E0AD200D-258B-1850-DD68-2A1710ED91CB}"/>
          </ac:spMkLst>
        </pc:spChg>
        <pc:spChg chg="mod">
          <ac:chgData name="Wilfried Fuhrmann" userId="63335599862c4cef" providerId="LiveId" clId="{DF7FA5D2-0FA4-6045-AF8B-7C033201980D}" dt="2026-03-21T12:23:33.103" v="180" actId="122"/>
          <ac:spMkLst>
            <pc:docMk/>
            <pc:sldMk cId="2610582844" sldId="256"/>
            <ac:spMk id="16" creationId="{170CA0A8-A929-41D0-D061-8CB130577399}"/>
          </ac:spMkLst>
        </pc:spChg>
        <pc:spChg chg="mod">
          <ac:chgData name="Wilfried Fuhrmann" userId="63335599862c4cef" providerId="LiveId" clId="{DF7FA5D2-0FA4-6045-AF8B-7C033201980D}" dt="2026-03-21T12:34:34.507" v="299" actId="20577"/>
          <ac:spMkLst>
            <pc:docMk/>
            <pc:sldMk cId="2610582844" sldId="256"/>
            <ac:spMk id="18" creationId="{E15CD536-4C2F-DB41-64B6-97A57BEE800A}"/>
          </ac:spMkLst>
        </pc:spChg>
        <pc:spChg chg="add mod">
          <ac:chgData name="Wilfried Fuhrmann" userId="63335599862c4cef" providerId="LiveId" clId="{DF7FA5D2-0FA4-6045-AF8B-7C033201980D}" dt="2026-03-21T12:14:55.308" v="111" actId="14100"/>
          <ac:spMkLst>
            <pc:docMk/>
            <pc:sldMk cId="2610582844" sldId="256"/>
            <ac:spMk id="23" creationId="{7EE7DB0E-6564-4E5E-E57B-A964F192B01E}"/>
          </ac:spMkLst>
        </pc:spChg>
        <pc:spChg chg="add mod">
          <ac:chgData name="Wilfried Fuhrmann" userId="63335599862c4cef" providerId="LiveId" clId="{DF7FA5D2-0FA4-6045-AF8B-7C033201980D}" dt="2026-03-21T12:12:02.624" v="92" actId="1076"/>
          <ac:spMkLst>
            <pc:docMk/>
            <pc:sldMk cId="2610582844" sldId="256"/>
            <ac:spMk id="24" creationId="{9F679C49-DBBE-0AD3-5BF8-704D5DF2D03C}"/>
          </ac:spMkLst>
        </pc:spChg>
        <pc:spChg chg="add del mod">
          <ac:chgData name="Wilfried Fuhrmann" userId="63335599862c4cef" providerId="LiveId" clId="{DF7FA5D2-0FA4-6045-AF8B-7C033201980D}" dt="2026-03-21T12:13:18.569" v="100"/>
          <ac:spMkLst>
            <pc:docMk/>
            <pc:sldMk cId="2610582844" sldId="256"/>
            <ac:spMk id="25" creationId="{826D56DB-7A2C-3451-9510-B04BA8C4F575}"/>
          </ac:spMkLst>
        </pc:spChg>
        <pc:spChg chg="add mod">
          <ac:chgData name="Wilfried Fuhrmann" userId="63335599862c4cef" providerId="LiveId" clId="{DF7FA5D2-0FA4-6045-AF8B-7C033201980D}" dt="2026-03-21T12:13:43.036" v="103" actId="14100"/>
          <ac:spMkLst>
            <pc:docMk/>
            <pc:sldMk cId="2610582844" sldId="256"/>
            <ac:spMk id="26" creationId="{FCD95B2B-26EB-86B6-91A1-CF077B1CC727}"/>
          </ac:spMkLst>
        </pc:spChg>
        <pc:spChg chg="mod">
          <ac:chgData name="Wilfried Fuhrmann" userId="63335599862c4cef" providerId="LiveId" clId="{DF7FA5D2-0FA4-6045-AF8B-7C033201980D}" dt="2026-03-21T12:31:52.408" v="277" actId="1035"/>
          <ac:spMkLst>
            <pc:docMk/>
            <pc:sldMk cId="2610582844" sldId="256"/>
            <ac:spMk id="27" creationId="{13332AA4-BE12-85B7-F6BF-C84023208906}"/>
          </ac:spMkLst>
        </pc:spChg>
        <pc:spChg chg="add del mod">
          <ac:chgData name="Wilfried Fuhrmann" userId="63335599862c4cef" providerId="LiveId" clId="{DF7FA5D2-0FA4-6045-AF8B-7C033201980D}" dt="2026-03-21T12:14:36.276" v="108"/>
          <ac:spMkLst>
            <pc:docMk/>
            <pc:sldMk cId="2610582844" sldId="256"/>
            <ac:spMk id="28" creationId="{335FC4D1-97B1-5737-4A93-E1FBBE5AB8B5}"/>
          </ac:spMkLst>
        </pc:spChg>
        <pc:spChg chg="add del mod">
          <ac:chgData name="Wilfried Fuhrmann" userId="63335599862c4cef" providerId="LiveId" clId="{DF7FA5D2-0FA4-6045-AF8B-7C033201980D}" dt="2026-03-21T12:15:12.916" v="113"/>
          <ac:spMkLst>
            <pc:docMk/>
            <pc:sldMk cId="2610582844" sldId="256"/>
            <ac:spMk id="29" creationId="{7F3B58ED-D73D-A0D1-1065-AA5D07D83CE6}"/>
          </ac:spMkLst>
        </pc:spChg>
        <pc:spChg chg="mod">
          <ac:chgData name="Wilfried Fuhrmann" userId="63335599862c4cef" providerId="LiveId" clId="{DF7FA5D2-0FA4-6045-AF8B-7C033201980D}" dt="2026-03-20T23:09:57.989" v="54" actId="1076"/>
          <ac:spMkLst>
            <pc:docMk/>
            <pc:sldMk cId="2610582844" sldId="256"/>
            <ac:spMk id="35" creationId="{633745B6-F7AE-3A97-358C-D649A8EB617B}"/>
          </ac:spMkLst>
        </pc:spChg>
        <pc:spChg chg="add mod">
          <ac:chgData name="Wilfried Fuhrmann" userId="63335599862c4cef" providerId="LiveId" clId="{DF7FA5D2-0FA4-6045-AF8B-7C033201980D}" dt="2026-03-21T12:15:37.360" v="120" actId="1036"/>
          <ac:spMkLst>
            <pc:docMk/>
            <pc:sldMk cId="2610582844" sldId="256"/>
            <ac:spMk id="39" creationId="{67F7E956-4134-8DF2-BDA7-8061E3CD294C}"/>
          </ac:spMkLst>
        </pc:spChg>
        <pc:spChg chg="add mod">
          <ac:chgData name="Wilfried Fuhrmann" userId="63335599862c4cef" providerId="LiveId" clId="{DF7FA5D2-0FA4-6045-AF8B-7C033201980D}" dt="2026-03-21T12:16:29.133" v="125" actId="14100"/>
          <ac:spMkLst>
            <pc:docMk/>
            <pc:sldMk cId="2610582844" sldId="256"/>
            <ac:spMk id="48" creationId="{6B14066A-DA71-4B4C-8E39-D9D7EBE28A02}"/>
          </ac:spMkLst>
        </pc:spChg>
        <pc:spChg chg="mod">
          <ac:chgData name="Wilfried Fuhrmann" userId="63335599862c4cef" providerId="LiveId" clId="{DF7FA5D2-0FA4-6045-AF8B-7C033201980D}" dt="2026-03-20T23:07:44.704" v="50" actId="1076"/>
          <ac:spMkLst>
            <pc:docMk/>
            <pc:sldMk cId="2610582844" sldId="256"/>
            <ac:spMk id="48" creationId="{B4BCDE9D-23E5-0970-54DA-293C8E1DEBF5}"/>
          </ac:spMkLst>
        </pc:spChg>
        <pc:spChg chg="del mod">
          <ac:chgData name="Wilfried Fuhrmann" userId="63335599862c4cef" providerId="LiveId" clId="{DF7FA5D2-0FA4-6045-AF8B-7C033201980D}" dt="2026-03-20T23:03:26.508" v="5" actId="478"/>
          <ac:spMkLst>
            <pc:docMk/>
            <pc:sldMk cId="2610582844" sldId="256"/>
            <ac:spMk id="49" creationId="{1686B2BE-71CF-7E39-ED1B-110548AA5B12}"/>
          </ac:spMkLst>
        </pc:spChg>
        <pc:spChg chg="add mod">
          <ac:chgData name="Wilfried Fuhrmann" userId="63335599862c4cef" providerId="LiveId" clId="{DF7FA5D2-0FA4-6045-AF8B-7C033201980D}" dt="2026-03-21T12:16:50.638" v="127" actId="1076"/>
          <ac:spMkLst>
            <pc:docMk/>
            <pc:sldMk cId="2610582844" sldId="256"/>
            <ac:spMk id="49" creationId="{2E863938-BC65-AE7B-AD67-A7DF1BE1E823}"/>
          </ac:spMkLst>
        </pc:spChg>
        <pc:spChg chg="del mod">
          <ac:chgData name="Wilfried Fuhrmann" userId="63335599862c4cef" providerId="LiveId" clId="{DF7FA5D2-0FA4-6045-AF8B-7C033201980D}" dt="2026-03-21T12:12:47.974" v="96" actId="478"/>
          <ac:spMkLst>
            <pc:docMk/>
            <pc:sldMk cId="2610582844" sldId="256"/>
            <ac:spMk id="50" creationId="{0BD77B68-9F0F-223F-8B7F-09283A2FAE0F}"/>
          </ac:spMkLst>
        </pc:spChg>
        <pc:spChg chg="add mod">
          <ac:chgData name="Wilfried Fuhrmann" userId="63335599862c4cef" providerId="LiveId" clId="{DF7FA5D2-0FA4-6045-AF8B-7C033201980D}" dt="2026-03-21T12:18:33.614" v="143" actId="14100"/>
          <ac:spMkLst>
            <pc:docMk/>
            <pc:sldMk cId="2610582844" sldId="256"/>
            <ac:spMk id="51" creationId="{450C379E-EEA6-13A0-C8E8-022D88518441}"/>
          </ac:spMkLst>
        </pc:spChg>
        <pc:spChg chg="del">
          <ac:chgData name="Wilfried Fuhrmann" userId="63335599862c4cef" providerId="LiveId" clId="{DF7FA5D2-0FA4-6045-AF8B-7C033201980D}" dt="2026-03-21T12:12:54.849" v="98" actId="478"/>
          <ac:spMkLst>
            <pc:docMk/>
            <pc:sldMk cId="2610582844" sldId="256"/>
            <ac:spMk id="52" creationId="{4DBBC8E8-1364-49B7-7858-FB3B8559A5EC}"/>
          </ac:spMkLst>
        </pc:spChg>
        <pc:spChg chg="mod">
          <ac:chgData name="Wilfried Fuhrmann" userId="63335599862c4cef" providerId="LiveId" clId="{DF7FA5D2-0FA4-6045-AF8B-7C033201980D}" dt="2026-03-20T23:04:56.814" v="21" actId="1076"/>
          <ac:spMkLst>
            <pc:docMk/>
            <pc:sldMk cId="2610582844" sldId="256"/>
            <ac:spMk id="54" creationId="{3B076816-B163-7EED-A512-59BA0B1A352C}"/>
          </ac:spMkLst>
        </pc:spChg>
        <pc:spChg chg="del">
          <ac:chgData name="Wilfried Fuhrmann" userId="63335599862c4cef" providerId="LiveId" clId="{DF7FA5D2-0FA4-6045-AF8B-7C033201980D}" dt="2026-03-20T23:07:37.395" v="49" actId="478"/>
          <ac:spMkLst>
            <pc:docMk/>
            <pc:sldMk cId="2610582844" sldId="256"/>
            <ac:spMk id="55" creationId="{6554C8A1-0499-FA73-17CA-E423547A8FDC}"/>
          </ac:spMkLst>
        </pc:spChg>
        <pc:spChg chg="add mod">
          <ac:chgData name="Wilfried Fuhrmann" userId="63335599862c4cef" providerId="LiveId" clId="{DF7FA5D2-0FA4-6045-AF8B-7C033201980D}" dt="2026-03-21T12:17:31.421" v="133" actId="1076"/>
          <ac:spMkLst>
            <pc:docMk/>
            <pc:sldMk cId="2610582844" sldId="256"/>
            <ac:spMk id="55" creationId="{DD8BF421-FE48-C630-7732-5A4FDBF6A8D4}"/>
          </ac:spMkLst>
        </pc:spChg>
        <pc:spChg chg="add mod">
          <ac:chgData name="Wilfried Fuhrmann" userId="63335599862c4cef" providerId="LiveId" clId="{DF7FA5D2-0FA4-6045-AF8B-7C033201980D}" dt="2026-03-20T23:05:33.153" v="27" actId="1076"/>
          <ac:spMkLst>
            <pc:docMk/>
            <pc:sldMk cId="2610582844" sldId="256"/>
            <ac:spMk id="56" creationId="{53CADBA7-26BA-6955-E5C9-0869C04F3158}"/>
          </ac:spMkLst>
        </pc:spChg>
        <pc:spChg chg="add mod">
          <ac:chgData name="Wilfried Fuhrmann" userId="63335599862c4cef" providerId="LiveId" clId="{DF7FA5D2-0FA4-6045-AF8B-7C033201980D}" dt="2026-03-20T23:04:29.881" v="15" actId="1076"/>
          <ac:spMkLst>
            <pc:docMk/>
            <pc:sldMk cId="2610582844" sldId="256"/>
            <ac:spMk id="57" creationId="{16F01732-13A8-3B5B-983B-BE740916056A}"/>
          </ac:spMkLst>
        </pc:spChg>
        <pc:spChg chg="add mod">
          <ac:chgData name="Wilfried Fuhrmann" userId="63335599862c4cef" providerId="LiveId" clId="{DF7FA5D2-0FA4-6045-AF8B-7C033201980D}" dt="2026-03-20T23:04:12.047" v="13" actId="1076"/>
          <ac:spMkLst>
            <pc:docMk/>
            <pc:sldMk cId="2610582844" sldId="256"/>
            <ac:spMk id="58" creationId="{17F54524-79F5-8472-4773-937D08967B85}"/>
          </ac:spMkLst>
        </pc:spChg>
        <pc:spChg chg="add del mod">
          <ac:chgData name="Wilfried Fuhrmann" userId="63335599862c4cef" providerId="LiveId" clId="{DF7FA5D2-0FA4-6045-AF8B-7C033201980D}" dt="2026-03-20T23:03:57.485" v="11" actId="478"/>
          <ac:spMkLst>
            <pc:docMk/>
            <pc:sldMk cId="2610582844" sldId="256"/>
            <ac:spMk id="59" creationId="{117086BB-B3A5-2979-1910-56564152A39E}"/>
          </ac:spMkLst>
        </pc:spChg>
        <pc:spChg chg="add mod">
          <ac:chgData name="Wilfried Fuhrmann" userId="63335599862c4cef" providerId="LiveId" clId="{DF7FA5D2-0FA4-6045-AF8B-7C033201980D}" dt="2026-03-21T12:18:09.695" v="138" actId="14100"/>
          <ac:spMkLst>
            <pc:docMk/>
            <pc:sldMk cId="2610582844" sldId="256"/>
            <ac:spMk id="59" creationId="{B1ED57E0-E114-E620-AF1B-20EC4848EAEE}"/>
          </ac:spMkLst>
        </pc:spChg>
        <pc:spChg chg="add mod">
          <ac:chgData name="Wilfried Fuhrmann" userId="63335599862c4cef" providerId="LiveId" clId="{DF7FA5D2-0FA4-6045-AF8B-7C033201980D}" dt="2026-03-20T23:05:02.190" v="22" actId="1076"/>
          <ac:spMkLst>
            <pc:docMk/>
            <pc:sldMk cId="2610582844" sldId="256"/>
            <ac:spMk id="60" creationId="{59EB40BF-81CC-1040-C2FF-5938FFACFC8D}"/>
          </ac:spMkLst>
        </pc:spChg>
        <pc:spChg chg="add mod">
          <ac:chgData name="Wilfried Fuhrmann" userId="63335599862c4cef" providerId="LiveId" clId="{DF7FA5D2-0FA4-6045-AF8B-7C033201980D}" dt="2026-03-20T23:05:14.712" v="25" actId="1076"/>
          <ac:spMkLst>
            <pc:docMk/>
            <pc:sldMk cId="2610582844" sldId="256"/>
            <ac:spMk id="61" creationId="{5F54E69D-9202-5715-DCF6-0C83FE5F89BE}"/>
          </ac:spMkLst>
        </pc:spChg>
        <pc:spChg chg="add mod">
          <ac:chgData name="Wilfried Fuhrmann" userId="63335599862c4cef" providerId="LiveId" clId="{DF7FA5D2-0FA4-6045-AF8B-7C033201980D}" dt="2026-03-20T23:05:25.332" v="26" actId="1076"/>
          <ac:spMkLst>
            <pc:docMk/>
            <pc:sldMk cId="2610582844" sldId="256"/>
            <ac:spMk id="62" creationId="{980AE907-410A-65CE-7A09-D9B28B662346}"/>
          </ac:spMkLst>
        </pc:spChg>
        <pc:spChg chg="add mod">
          <ac:chgData name="Wilfried Fuhrmann" userId="63335599862c4cef" providerId="LiveId" clId="{DF7FA5D2-0FA4-6045-AF8B-7C033201980D}" dt="2026-03-20T23:06:04.239" v="32" actId="1076"/>
          <ac:spMkLst>
            <pc:docMk/>
            <pc:sldMk cId="2610582844" sldId="256"/>
            <ac:spMk id="63" creationId="{F4470759-29BD-6DC8-E2A0-47855D662315}"/>
          </ac:spMkLst>
        </pc:spChg>
        <pc:spChg chg="add mod">
          <ac:chgData name="Wilfried Fuhrmann" userId="63335599862c4cef" providerId="LiveId" clId="{DF7FA5D2-0FA4-6045-AF8B-7C033201980D}" dt="2026-03-20T23:06:08.637" v="33" actId="1076"/>
          <ac:spMkLst>
            <pc:docMk/>
            <pc:sldMk cId="2610582844" sldId="256"/>
            <ac:spMk id="64" creationId="{D5D16DC2-BF19-7549-80DA-5024C5495D12}"/>
          </ac:spMkLst>
        </pc:spChg>
        <pc:spChg chg="add mod">
          <ac:chgData name="Wilfried Fuhrmann" userId="63335599862c4cef" providerId="LiveId" clId="{DF7FA5D2-0FA4-6045-AF8B-7C033201980D}" dt="2026-03-20T23:06:12.967" v="34" actId="1076"/>
          <ac:spMkLst>
            <pc:docMk/>
            <pc:sldMk cId="2610582844" sldId="256"/>
            <ac:spMk id="65" creationId="{53BD09B5-068B-5A07-B879-CF468052D330}"/>
          </ac:spMkLst>
        </pc:spChg>
        <pc:spChg chg="add mod">
          <ac:chgData name="Wilfried Fuhrmann" userId="63335599862c4cef" providerId="LiveId" clId="{DF7FA5D2-0FA4-6045-AF8B-7C033201980D}" dt="2026-03-20T23:06:32.577" v="39" actId="1076"/>
          <ac:spMkLst>
            <pc:docMk/>
            <pc:sldMk cId="2610582844" sldId="256"/>
            <ac:spMk id="66" creationId="{AA1BC9EC-96DF-7E6A-36F0-8509B60B19AF}"/>
          </ac:spMkLst>
        </pc:spChg>
        <pc:spChg chg="add mod">
          <ac:chgData name="Wilfried Fuhrmann" userId="63335599862c4cef" providerId="LiveId" clId="{DF7FA5D2-0FA4-6045-AF8B-7C033201980D}" dt="2026-03-20T23:06:49.880" v="42" actId="1076"/>
          <ac:spMkLst>
            <pc:docMk/>
            <pc:sldMk cId="2610582844" sldId="256"/>
            <ac:spMk id="67" creationId="{9F575AB5-CA43-F1EF-855F-95F1AAA4B450}"/>
          </ac:spMkLst>
        </pc:spChg>
        <pc:spChg chg="add mod">
          <ac:chgData name="Wilfried Fuhrmann" userId="63335599862c4cef" providerId="LiveId" clId="{DF7FA5D2-0FA4-6045-AF8B-7C033201980D}" dt="2026-03-20T23:06:43.062" v="41" actId="1076"/>
          <ac:spMkLst>
            <pc:docMk/>
            <pc:sldMk cId="2610582844" sldId="256"/>
            <ac:spMk id="68" creationId="{21144B49-6F59-814E-0872-8B787FB25873}"/>
          </ac:spMkLst>
        </pc:spChg>
        <pc:spChg chg="add mod">
          <ac:chgData name="Wilfried Fuhrmann" userId="63335599862c4cef" providerId="LiveId" clId="{DF7FA5D2-0FA4-6045-AF8B-7C033201980D}" dt="2026-03-20T23:06:37.167" v="40" actId="1076"/>
          <ac:spMkLst>
            <pc:docMk/>
            <pc:sldMk cId="2610582844" sldId="256"/>
            <ac:spMk id="69" creationId="{C7561DD0-00CA-B15C-8D0D-FE510CDAEF54}"/>
          </ac:spMkLst>
        </pc:spChg>
        <pc:spChg chg="add mod">
          <ac:chgData name="Wilfried Fuhrmann" userId="63335599862c4cef" providerId="LiveId" clId="{DF7FA5D2-0FA4-6045-AF8B-7C033201980D}" dt="2026-03-20T23:07:17.950" v="47" actId="1076"/>
          <ac:spMkLst>
            <pc:docMk/>
            <pc:sldMk cId="2610582844" sldId="256"/>
            <ac:spMk id="70" creationId="{C1B8825E-8F1E-3EF3-FDF0-DF6AF8DD5AD1}"/>
          </ac:spMkLst>
        </pc:spChg>
        <pc:spChg chg="add mod">
          <ac:chgData name="Wilfried Fuhrmann" userId="63335599862c4cef" providerId="LiveId" clId="{DF7FA5D2-0FA4-6045-AF8B-7C033201980D}" dt="2026-03-21T12:21:44.985" v="153" actId="1076"/>
          <ac:spMkLst>
            <pc:docMk/>
            <pc:sldMk cId="2610582844" sldId="256"/>
            <ac:spMk id="71" creationId="{8A57E687-1D8D-57F3-55E3-DD40EF3EC39A}"/>
          </ac:spMkLst>
        </pc:spChg>
        <pc:spChg chg="add del mod">
          <ac:chgData name="Wilfried Fuhrmann" userId="63335599862c4cef" providerId="LiveId" clId="{DF7FA5D2-0FA4-6045-AF8B-7C033201980D}" dt="2026-03-20T23:07:24.694" v="48" actId="478"/>
          <ac:spMkLst>
            <pc:docMk/>
            <pc:sldMk cId="2610582844" sldId="256"/>
            <ac:spMk id="71" creationId="{C16DDA2E-BB9F-EB3E-5EE2-090DD486D5DA}"/>
          </ac:spMkLst>
        </pc:spChg>
        <pc:spChg chg="add mod">
          <ac:chgData name="Wilfried Fuhrmann" userId="63335599862c4cef" providerId="LiveId" clId="{DF7FA5D2-0FA4-6045-AF8B-7C033201980D}" dt="2026-03-20T23:12:27.916" v="69" actId="1076"/>
          <ac:spMkLst>
            <pc:docMk/>
            <pc:sldMk cId="2610582844" sldId="256"/>
            <ac:spMk id="72" creationId="{EED64213-D215-A2C7-A55D-B77D8CB60F31}"/>
          </ac:spMkLst>
        </pc:spChg>
        <pc:spChg chg="add">
          <ac:chgData name="Wilfried Fuhrmann" userId="63335599862c4cef" providerId="LiveId" clId="{DF7FA5D2-0FA4-6045-AF8B-7C033201980D}" dt="2026-03-20T23:09:29.007" v="52" actId="11529"/>
          <ac:spMkLst>
            <pc:docMk/>
            <pc:sldMk cId="2610582844" sldId="256"/>
            <ac:spMk id="73" creationId="{C524E482-41E3-9DF0-DFA7-136FC7FBAF15}"/>
          </ac:spMkLst>
        </pc:spChg>
        <pc:spChg chg="add mod">
          <ac:chgData name="Wilfried Fuhrmann" userId="63335599862c4cef" providerId="LiveId" clId="{DF7FA5D2-0FA4-6045-AF8B-7C033201980D}" dt="2026-03-20T23:11:51.417" v="66" actId="1076"/>
          <ac:spMkLst>
            <pc:docMk/>
            <pc:sldMk cId="2610582844" sldId="256"/>
            <ac:spMk id="74" creationId="{AAFCCDBD-2A0A-E69E-764E-C40CA500360A}"/>
          </ac:spMkLst>
        </pc:spChg>
        <pc:spChg chg="add mod">
          <ac:chgData name="Wilfried Fuhrmann" userId="63335599862c4cef" providerId="LiveId" clId="{DF7FA5D2-0FA4-6045-AF8B-7C033201980D}" dt="2026-03-20T23:13:28.847" v="75" actId="1076"/>
          <ac:spMkLst>
            <pc:docMk/>
            <pc:sldMk cId="2610582844" sldId="256"/>
            <ac:spMk id="75" creationId="{EC8CD34A-F70C-A63F-4E25-1D9790AA0B68}"/>
          </ac:spMkLst>
        </pc:spChg>
        <pc:spChg chg="add mod">
          <ac:chgData name="Wilfried Fuhrmann" userId="63335599862c4cef" providerId="LiveId" clId="{DF7FA5D2-0FA4-6045-AF8B-7C033201980D}" dt="2026-03-21T12:23:05.529" v="172" actId="207"/>
          <ac:spMkLst>
            <pc:docMk/>
            <pc:sldMk cId="2610582844" sldId="256"/>
            <ac:spMk id="76" creationId="{534D75BC-6192-613C-8CD8-2273744DFD28}"/>
          </ac:spMkLst>
        </pc:spChg>
        <pc:spChg chg="add mod">
          <ac:chgData name="Wilfried Fuhrmann" userId="63335599862c4cef" providerId="LiveId" clId="{DF7FA5D2-0FA4-6045-AF8B-7C033201980D}" dt="2026-03-21T12:27:16.011" v="215" actId="1076"/>
          <ac:spMkLst>
            <pc:docMk/>
            <pc:sldMk cId="2610582844" sldId="256"/>
            <ac:spMk id="77" creationId="{E0ED4991-EE01-569E-1A26-CBEC5A45150A}"/>
          </ac:spMkLst>
        </pc:spChg>
        <pc:spChg chg="add del mod">
          <ac:chgData name="Wilfried Fuhrmann" userId="63335599862c4cef" providerId="LiveId" clId="{DF7FA5D2-0FA4-6045-AF8B-7C033201980D}" dt="2026-03-21T12:25:42.839" v="193"/>
          <ac:spMkLst>
            <pc:docMk/>
            <pc:sldMk cId="2610582844" sldId="256"/>
            <ac:spMk id="78" creationId="{E277B514-D2B4-97AA-5767-BACE55EB9F83}"/>
          </ac:spMkLst>
        </pc:spChg>
        <pc:spChg chg="add mod">
          <ac:chgData name="Wilfried Fuhrmann" userId="63335599862c4cef" providerId="LiveId" clId="{DF7FA5D2-0FA4-6045-AF8B-7C033201980D}" dt="2026-03-21T12:26:09.479" v="214" actId="1037"/>
          <ac:spMkLst>
            <pc:docMk/>
            <pc:sldMk cId="2610582844" sldId="256"/>
            <ac:spMk id="79" creationId="{52EA4CAB-DA9F-7DEB-8BAD-153D6EB3AA5F}"/>
          </ac:spMkLst>
        </pc:spChg>
        <pc:picChg chg="add del">
          <ac:chgData name="Wilfried Fuhrmann" userId="63335599862c4cef" providerId="LiveId" clId="{DF7FA5D2-0FA4-6045-AF8B-7C033201980D}" dt="2026-03-21T12:15:57.757" v="121" actId="478"/>
          <ac:picMkLst>
            <pc:docMk/>
            <pc:sldMk cId="2610582844" sldId="256"/>
            <ac:picMk id="36" creationId="{0409C0BE-61CB-A7AE-354B-A8DF677479AA}"/>
          </ac:picMkLst>
        </pc:picChg>
        <pc:cxnChg chg="add del mod">
          <ac:chgData name="Wilfried Fuhrmann" userId="63335599862c4cef" providerId="LiveId" clId="{DF7FA5D2-0FA4-6045-AF8B-7C033201980D}" dt="2026-03-21T12:12:11.347" v="93" actId="478"/>
          <ac:cxnSpMkLst>
            <pc:docMk/>
            <pc:sldMk cId="2610582844" sldId="256"/>
            <ac:cxnSpMk id="14" creationId="{211CAA76-BB06-8C5B-6BA8-EC75E5C0201E}"/>
          </ac:cxnSpMkLst>
        </pc:cxnChg>
        <pc:cxnChg chg="add mod">
          <ac:chgData name="Wilfried Fuhrmann" userId="63335599862c4cef" providerId="LiveId" clId="{DF7FA5D2-0FA4-6045-AF8B-7C033201980D}" dt="2026-03-21T12:10:00.949" v="80" actId="13822"/>
          <ac:cxnSpMkLst>
            <pc:docMk/>
            <pc:sldMk cId="2610582844" sldId="256"/>
            <ac:cxnSpMk id="21" creationId="{02E134ED-E3B3-ABF4-4842-047F30470408}"/>
          </ac:cxnSpMkLst>
        </pc:cxnChg>
      </pc:sldChg>
    </pc:docChg>
  </pc:docChgLst>
  <pc:docChgLst>
    <pc:chgData name="Wilfried Fuhrmann" userId="63335599862c4cef" providerId="LiveId" clId="{CC350A00-4A21-30FC-BACA-681B27DCA617}"/>
    <pc:docChg chg="undo custSel modSld">
      <pc:chgData name="Wilfried Fuhrmann" userId="63335599862c4cef" providerId="LiveId" clId="{CC350A00-4A21-30FC-BACA-681B27DCA617}" dt="2026-03-21T07:58:33.606" v="186" actId="478"/>
      <pc:docMkLst>
        <pc:docMk/>
      </pc:docMkLst>
      <pc:sldChg chg="addSp delSp modSp">
        <pc:chgData name="Wilfried Fuhrmann" userId="63335599862c4cef" providerId="LiveId" clId="{CC350A00-4A21-30FC-BACA-681B27DCA617}" dt="2026-03-21T07:58:33.606" v="186" actId="478"/>
        <pc:sldMkLst>
          <pc:docMk/>
          <pc:sldMk cId="2610582844" sldId="256"/>
        </pc:sldMkLst>
        <pc:spChg chg="add mod">
          <ac:chgData name="Wilfried Fuhrmann" userId="63335599862c4cef" providerId="LiveId" clId="{CC350A00-4A21-30FC-BACA-681B27DCA617}" dt="2026-03-20T23:29:54.274" v="38" actId="255"/>
          <ac:spMkLst>
            <pc:docMk/>
            <pc:sldMk cId="2610582844" sldId="256"/>
            <ac:spMk id="2" creationId="{A99DD622-EBD4-3275-317C-1A10FE2CDF62}"/>
          </ac:spMkLst>
        </pc:spChg>
        <pc:spChg chg="add mod">
          <ac:chgData name="Wilfried Fuhrmann" userId="63335599862c4cef" providerId="LiveId" clId="{CC350A00-4A21-30FC-BACA-681B27DCA617}" dt="2026-03-21T07:58:20.692" v="184" actId="1076"/>
          <ac:spMkLst>
            <pc:docMk/>
            <pc:sldMk cId="2610582844" sldId="256"/>
            <ac:spMk id="3" creationId="{5F65181B-B4AC-CCDF-0F4B-3365E4FB26DC}"/>
          </ac:spMkLst>
        </pc:spChg>
        <pc:spChg chg="add del mod">
          <ac:chgData name="Wilfried Fuhrmann" userId="63335599862c4cef" providerId="LiveId" clId="{CC350A00-4A21-30FC-BACA-681B27DCA617}" dt="2026-03-21T07:58:33.606" v="186" actId="478"/>
          <ac:spMkLst>
            <pc:docMk/>
            <pc:sldMk cId="2610582844" sldId="256"/>
            <ac:spMk id="4" creationId="{64CDB34D-51AA-E693-6543-28628757ACCE}"/>
          </ac:spMkLst>
        </pc:spChg>
        <pc:spChg chg="add mod">
          <ac:chgData name="Wilfried Fuhrmann" userId="63335599862c4cef" providerId="LiveId" clId="{CC350A00-4A21-30FC-BACA-681B27DCA617}" dt="2026-03-21T07:57:45.784" v="183" actId="1076"/>
          <ac:spMkLst>
            <pc:docMk/>
            <pc:sldMk cId="2610582844" sldId="256"/>
            <ac:spMk id="5" creationId="{CF6015AA-8A78-8D78-39C6-46DC3C811563}"/>
          </ac:spMkLst>
        </pc:spChg>
        <pc:spChg chg="add del">
          <ac:chgData name="Wilfried Fuhrmann" userId="63335599862c4cef" providerId="LiveId" clId="{CC350A00-4A21-30FC-BACA-681B27DCA617}" dt="2026-03-20T23:29:14.645" v="37" actId="22"/>
          <ac:spMkLst>
            <pc:docMk/>
            <pc:sldMk cId="2610582844" sldId="256"/>
            <ac:spMk id="12" creationId="{5A45593E-BA93-F67C-6A4B-F0DC1172F771}"/>
          </ac:spMkLst>
        </pc:spChg>
        <pc:spChg chg="add mod">
          <ac:chgData name="Wilfried Fuhrmann" userId="63335599862c4cef" providerId="LiveId" clId="{CC350A00-4A21-30FC-BACA-681B27DCA617}" dt="2026-03-21T07:56:30.864" v="178" actId="20577"/>
          <ac:spMkLst>
            <pc:docMk/>
            <pc:sldMk cId="2610582844" sldId="256"/>
            <ac:spMk id="12" creationId="{B1DF8925-0CBE-BA8B-DFFE-547F1DD6296B}"/>
          </ac:spMkLst>
        </pc:spChg>
        <pc:spChg chg="add mod">
          <ac:chgData name="Wilfried Fuhrmann" userId="63335599862c4cef" providerId="LiveId" clId="{CC350A00-4A21-30FC-BACA-681B27DCA617}" dt="2026-03-20T23:35:21.789" v="67" actId="1076"/>
          <ac:spMkLst>
            <pc:docMk/>
            <pc:sldMk cId="2610582844" sldId="256"/>
            <ac:spMk id="13" creationId="{E0AD200D-258B-1850-DD68-2A1710ED91CB}"/>
          </ac:spMkLst>
        </pc:spChg>
        <pc:spChg chg="add del mod">
          <ac:chgData name="Wilfried Fuhrmann" userId="63335599862c4cef" providerId="LiveId" clId="{CC350A00-4A21-30FC-BACA-681B27DCA617}" dt="2026-03-20T23:35:09.752" v="66" actId="478"/>
          <ac:spMkLst>
            <pc:docMk/>
            <pc:sldMk cId="2610582844" sldId="256"/>
            <ac:spMk id="14" creationId="{2874EFD3-5BD5-1229-A66B-B01902D3971B}"/>
          </ac:spMkLst>
        </pc:spChg>
        <pc:spChg chg="add">
          <ac:chgData name="Wilfried Fuhrmann" userId="63335599862c4cef" providerId="LiveId" clId="{CC350A00-4A21-30FC-BACA-681B27DCA617}" dt="2026-03-20T23:33:13.168" v="47" actId="22"/>
          <ac:spMkLst>
            <pc:docMk/>
            <pc:sldMk cId="2610582844" sldId="256"/>
            <ac:spMk id="16" creationId="{170CA0A8-A929-41D0-D061-8CB130577399}"/>
          </ac:spMkLst>
        </pc:spChg>
        <pc:spChg chg="add mod">
          <ac:chgData name="Wilfried Fuhrmann" userId="63335599862c4cef" providerId="LiveId" clId="{CC350A00-4A21-30FC-BACA-681B27DCA617}" dt="2026-03-21T07:54:36.651" v="87" actId="113"/>
          <ac:spMkLst>
            <pc:docMk/>
            <pc:sldMk cId="2610582844" sldId="256"/>
            <ac:spMk id="18" creationId="{E15CD536-4C2F-DB41-64B6-97A57BEE800A}"/>
          </ac:spMkLst>
        </pc:spChg>
        <pc:spChg chg="del">
          <ac:chgData name="Wilfried Fuhrmann" userId="63335599862c4cef" providerId="LiveId" clId="{CC350A00-4A21-30FC-BACA-681B27DCA617}" dt="2026-03-21T07:57:16.706" v="181" actId="478"/>
          <ac:spMkLst>
            <pc:docMk/>
            <pc:sldMk cId="2610582844" sldId="256"/>
            <ac:spMk id="44" creationId="{E2E47C7F-5559-2876-BA2F-A7DB60F41A33}"/>
          </ac:spMkLst>
        </pc:spChg>
        <pc:spChg chg="del">
          <ac:chgData name="Wilfried Fuhrmann" userId="63335599862c4cef" providerId="LiveId" clId="{CC350A00-4A21-30FC-BACA-681B27DCA617}" dt="2026-03-21T07:56:43.783" v="179" actId="478"/>
          <ac:spMkLst>
            <pc:docMk/>
            <pc:sldMk cId="2610582844" sldId="256"/>
            <ac:spMk id="45" creationId="{633BCBAD-5EDA-241E-5CAE-A4C660F5F158}"/>
          </ac:spMkLst>
        </pc:spChg>
        <pc:spChg chg="del">
          <ac:chgData name="Wilfried Fuhrmann" userId="63335599862c4cef" providerId="LiveId" clId="{CC350A00-4A21-30FC-BACA-681B27DCA617}" dt="2026-03-20T23:34:57.969" v="65" actId="478"/>
          <ac:spMkLst>
            <pc:docMk/>
            <pc:sldMk cId="2610582844" sldId="256"/>
            <ac:spMk id="48" creationId="{B4BCDE9D-23E5-0970-54DA-293C8E1DEBF5}"/>
          </ac:spMkLst>
        </pc:spChg>
        <pc:picChg chg="add mod">
          <ac:chgData name="Wilfried Fuhrmann" userId="63335599862c4cef" providerId="LiveId" clId="{CC350A00-4A21-30FC-BACA-681B27DCA617}" dt="2026-03-20T23:26:19.716" v="35" actId="1076"/>
          <ac:picMkLst>
            <pc:docMk/>
            <pc:sldMk cId="2610582844" sldId="256"/>
            <ac:picMk id="10" creationId="{0EC54DA7-3213-FA52-9E02-515876CE93B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69248-6276-05C5-CD49-F91E1F4D2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8665816-6EFD-3827-E24F-015AC5732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7F4CBB-9146-1A0C-A39E-7A586AD0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BA591D-3C75-3B50-F103-773853416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3C17D3-403B-F949-BAF1-415A7321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575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8DBBBD-BF92-DBFC-6D1B-68E2B754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C5AC8F-0A12-D308-5FA6-D2AA71C80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F5C1AE-3FC8-80EF-6BB8-E50B3AB59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C222E8-7427-F70B-C947-B63CA8F7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E1F7A9-6FC1-D1BA-ED63-8C6E5535B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062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17F7C8-9F05-9D1E-76AE-8B66A8404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E16F3E-18D4-FC93-2E4A-989D420E5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49100B-A0E5-439F-28D3-51A8375ED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5F885F-9604-C9B6-6CE7-425F94A2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914380-065B-AF1A-0972-8B3DEFF3F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655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007067-AD57-7331-10DF-267926140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7DF0D7-490A-B7D4-4591-3E59E1133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086687-F9E7-18C1-A37B-E1D063A3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7FACEA2-1BA9-14F9-4D54-73BD0AF0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AED7DB4-64B4-4793-90AF-FAFC3BAD3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1AFD56-D043-C626-5D86-CA8546AA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816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38F2A-268B-FC7C-1C7D-60A73C02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FAE0B6-B5BD-F575-4375-FE22E0B77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C9D289-8B1F-7BBE-1B3C-3B1819130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F149C3-4BF6-855F-7784-3FA59F6B77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B0A22D6-C87D-1B6F-7F00-6C115CFC2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478D0D0-0FA3-53FC-9350-4E7F5FF91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9235CC8-7EF5-13E8-4776-27325A6F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B7F6B04-F37D-A695-BB26-8FC485A49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614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7F3FF8-745A-64E6-2034-1F08C89E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6CB6205-5A31-358A-415A-1E0F44F4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D73C07-E2A2-6B0D-3996-3A6737FA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78930A-ACE1-DBB8-79A3-54D11EAB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752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7BA58F3-8245-5A21-2D68-C0F62906D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A8319F-9E84-452A-7497-1B80DDFD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B21EE8-ED80-A4CC-CE1D-42C1B4FC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30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9C418D-37A8-2551-100A-59F24645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51F71B-CD51-6B58-C728-B84C1193D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D5C51D7-3593-4D97-9139-D37CB41ED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5231284-2559-F6E1-9C1D-847730238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429F1A-C15B-468B-7CC9-2E7139D8D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CBEB74-3509-EB3A-4C6C-B6429A02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5270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006FDC-771B-80C0-A1C7-835DCFB2B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02D08A9-4F40-7E07-0E0E-3179778BD0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3DD52E-4B90-8414-EE33-3771D1472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1E7E90-028B-D1B1-6800-D2C5B55CB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2A493A-0E74-5858-44DC-ACE4334C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7B3E50-420A-170C-1A72-E51FC1DC1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7387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CD07FD-CE12-6393-F801-4A745E53F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CCFEB2-FBB2-A3D7-7C37-0F9415693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4E098F-2FD4-9BCE-E87F-CB029F993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C90EC4-80F2-A4D7-AB25-F1A31575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2816D1-E263-69BA-7328-B546A8BF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7380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70AF56C-D8D2-F77F-3CC8-DCADD9E39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1F60F48-A6A5-5DF3-3C97-DB632923D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E3ECD0-CDF6-71E8-C0A2-317B2925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1C1985-B200-2F67-7782-A9402614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063DD1-0A3E-0BD8-FBC8-631E8474D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022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9373BB4-46E8-FA24-5F4F-E5EACAD29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2D02A1-97EB-9E68-3255-677393F9B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52EA5A-AA19-E96F-4856-594A28D42C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74BEE-B241-9C4B-95F7-E11D6DF0B42D}" type="datetimeFigureOut">
              <a:rPr lang="de-DE" smtClean="0"/>
              <a:t>21.03.2026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9EEA25-FF27-A4A1-5618-35AEBBACD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36501F-6623-455A-0241-C8BA35D339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1B21E-64B1-3349-9607-8065CFED714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233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hteck 75">
            <a:extLst>
              <a:ext uri="{FF2B5EF4-FFF2-40B4-BE49-F238E27FC236}">
                <a16:creationId xmlns:a16="http://schemas.microsoft.com/office/drawing/2014/main" id="{534D75BC-6192-613C-8CD8-2273744DFD28}"/>
              </a:ext>
            </a:extLst>
          </p:cNvPr>
          <p:cNvSpPr/>
          <p:nvPr/>
        </p:nvSpPr>
        <p:spPr>
          <a:xfrm>
            <a:off x="486501" y="476861"/>
            <a:ext cx="1821270" cy="2883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8A57E687-1D8D-57F3-55E3-DD40EF3EC39A}"/>
              </a:ext>
            </a:extLst>
          </p:cNvPr>
          <p:cNvSpPr/>
          <p:nvPr/>
        </p:nvSpPr>
        <p:spPr>
          <a:xfrm>
            <a:off x="486500" y="531985"/>
            <a:ext cx="1800978" cy="3503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4CDB34D-51AA-E693-6543-28628757ACCE}"/>
              </a:ext>
            </a:extLst>
          </p:cNvPr>
          <p:cNvSpPr/>
          <p:nvPr/>
        </p:nvSpPr>
        <p:spPr>
          <a:xfrm>
            <a:off x="474050" y="459981"/>
            <a:ext cx="6868886" cy="32548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B0DCCDD0-FCFD-089A-2383-7FC46760FB18}"/>
              </a:ext>
            </a:extLst>
          </p:cNvPr>
          <p:cNvCxnSpPr>
            <a:cxnSpLocks/>
          </p:cNvCxnSpPr>
          <p:nvPr/>
        </p:nvCxnSpPr>
        <p:spPr>
          <a:xfrm flipV="1">
            <a:off x="7342936" y="2544424"/>
            <a:ext cx="0" cy="69668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DB76D734-C90C-52DA-141A-B4DFD718B6C6}"/>
              </a:ext>
            </a:extLst>
          </p:cNvPr>
          <p:cNvCxnSpPr>
            <a:cxnSpLocks/>
          </p:cNvCxnSpPr>
          <p:nvPr/>
        </p:nvCxnSpPr>
        <p:spPr>
          <a:xfrm flipV="1">
            <a:off x="474050" y="1760653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794D80A-A4A7-DC8F-1114-1B2F6E6B6110}"/>
              </a:ext>
            </a:extLst>
          </p:cNvPr>
          <p:cNvCxnSpPr/>
          <p:nvPr/>
        </p:nvCxnSpPr>
        <p:spPr>
          <a:xfrm>
            <a:off x="3228135" y="3763624"/>
            <a:ext cx="1099458" cy="0"/>
          </a:xfrm>
          <a:prstGeom prst="straightConnector1">
            <a:avLst/>
          </a:prstGeom>
          <a:ln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C5CBCDA-D084-2667-E499-A1BE7042F4CF}"/>
              </a:ext>
            </a:extLst>
          </p:cNvPr>
          <p:cNvCxnSpPr/>
          <p:nvPr/>
        </p:nvCxnSpPr>
        <p:spPr>
          <a:xfrm>
            <a:off x="4724922" y="3763624"/>
            <a:ext cx="109945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1F49B3C-15D7-D302-529F-19FFF5EF5139}"/>
              </a:ext>
            </a:extLst>
          </p:cNvPr>
          <p:cNvCxnSpPr>
            <a:cxnSpLocks/>
          </p:cNvCxnSpPr>
          <p:nvPr/>
        </p:nvCxnSpPr>
        <p:spPr>
          <a:xfrm flipH="1">
            <a:off x="1227551" y="3777194"/>
            <a:ext cx="7205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3CAF7D6-82BC-EFAC-E9E2-2F3E32C56B18}"/>
              </a:ext>
            </a:extLst>
          </p:cNvPr>
          <p:cNvCxnSpPr>
            <a:cxnSpLocks/>
          </p:cNvCxnSpPr>
          <p:nvPr/>
        </p:nvCxnSpPr>
        <p:spPr>
          <a:xfrm flipV="1">
            <a:off x="7342936" y="1303453"/>
            <a:ext cx="0" cy="696686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E879DF6-F307-17C2-E71B-67E9788F5EDC}"/>
              </a:ext>
            </a:extLst>
          </p:cNvPr>
          <p:cNvCxnSpPr>
            <a:cxnSpLocks/>
          </p:cNvCxnSpPr>
          <p:nvPr/>
        </p:nvCxnSpPr>
        <p:spPr>
          <a:xfrm flipH="1">
            <a:off x="3358766" y="508796"/>
            <a:ext cx="65314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feil nach links und rechts 26">
            <a:extLst>
              <a:ext uri="{FF2B5EF4-FFF2-40B4-BE49-F238E27FC236}">
                <a16:creationId xmlns:a16="http://schemas.microsoft.com/office/drawing/2014/main" id="{13332AA4-BE12-85B7-F6BF-C84023208906}"/>
              </a:ext>
            </a:extLst>
          </p:cNvPr>
          <p:cNvSpPr/>
          <p:nvPr/>
        </p:nvSpPr>
        <p:spPr>
          <a:xfrm>
            <a:off x="3358766" y="454366"/>
            <a:ext cx="635768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6C9F2DB-E9EF-F9E2-8CDF-05F1BEC0797B}"/>
              </a:ext>
            </a:extLst>
          </p:cNvPr>
          <p:cNvSpPr/>
          <p:nvPr/>
        </p:nvSpPr>
        <p:spPr>
          <a:xfrm rot="5400000">
            <a:off x="6560059" y="2514601"/>
            <a:ext cx="588723" cy="86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3D584EB2-1E7B-DA34-2B80-E16AC5FC5668}"/>
              </a:ext>
            </a:extLst>
          </p:cNvPr>
          <p:cNvSpPr/>
          <p:nvPr/>
        </p:nvSpPr>
        <p:spPr>
          <a:xfrm>
            <a:off x="4724922" y="2866523"/>
            <a:ext cx="588723" cy="86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0B79FB37-5D96-592A-CCB9-30787CC31CAF}"/>
              </a:ext>
            </a:extLst>
          </p:cNvPr>
          <p:cNvSpPr/>
          <p:nvPr/>
        </p:nvSpPr>
        <p:spPr>
          <a:xfrm>
            <a:off x="3228135" y="2859066"/>
            <a:ext cx="588723" cy="86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E3C1CFB-1A53-A12E-C680-781C42946516}"/>
              </a:ext>
            </a:extLst>
          </p:cNvPr>
          <p:cNvSpPr/>
          <p:nvPr/>
        </p:nvSpPr>
        <p:spPr>
          <a:xfrm>
            <a:off x="1126894" y="2866523"/>
            <a:ext cx="588723" cy="86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A6B052C-B45F-98D8-12FC-D07AFAD92E49}"/>
              </a:ext>
            </a:extLst>
          </p:cNvPr>
          <p:cNvSpPr/>
          <p:nvPr/>
        </p:nvSpPr>
        <p:spPr>
          <a:xfrm>
            <a:off x="1126893" y="1961668"/>
            <a:ext cx="588723" cy="86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633745B6-F7AE-3A97-358C-D649A8EB617B}"/>
              </a:ext>
            </a:extLst>
          </p:cNvPr>
          <p:cNvSpPr/>
          <p:nvPr/>
        </p:nvSpPr>
        <p:spPr>
          <a:xfrm rot="5400000">
            <a:off x="6540896" y="925287"/>
            <a:ext cx="588723" cy="864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Halbbogen 36">
            <a:extLst>
              <a:ext uri="{FF2B5EF4-FFF2-40B4-BE49-F238E27FC236}">
                <a16:creationId xmlns:a16="http://schemas.microsoft.com/office/drawing/2014/main" id="{020E79F3-5597-2BC2-4DA1-3D12ACDD5B6B}"/>
              </a:ext>
            </a:extLst>
          </p:cNvPr>
          <p:cNvSpPr/>
          <p:nvPr/>
        </p:nvSpPr>
        <p:spPr>
          <a:xfrm>
            <a:off x="6539180" y="2476277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8" name="Halbbogen 37">
            <a:extLst>
              <a:ext uri="{FF2B5EF4-FFF2-40B4-BE49-F238E27FC236}">
                <a16:creationId xmlns:a16="http://schemas.microsoft.com/office/drawing/2014/main" id="{C3557FD3-7A71-B53E-0312-CE870BB9C4CC}"/>
              </a:ext>
            </a:extLst>
          </p:cNvPr>
          <p:cNvSpPr/>
          <p:nvPr/>
        </p:nvSpPr>
        <p:spPr>
          <a:xfrm>
            <a:off x="6950453" y="2471207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0" name="Halbbogen 39">
            <a:extLst>
              <a:ext uri="{FF2B5EF4-FFF2-40B4-BE49-F238E27FC236}">
                <a16:creationId xmlns:a16="http://schemas.microsoft.com/office/drawing/2014/main" id="{F4BC9E5F-CC0C-7514-9524-E6360CFCF79A}"/>
              </a:ext>
            </a:extLst>
          </p:cNvPr>
          <p:cNvSpPr/>
          <p:nvPr/>
        </p:nvSpPr>
        <p:spPr>
          <a:xfrm>
            <a:off x="6539180" y="872498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1" name="Halbbogen 40">
            <a:extLst>
              <a:ext uri="{FF2B5EF4-FFF2-40B4-BE49-F238E27FC236}">
                <a16:creationId xmlns:a16="http://schemas.microsoft.com/office/drawing/2014/main" id="{3E1CF3A4-226A-08C4-B918-FF491BC6B49A}"/>
              </a:ext>
            </a:extLst>
          </p:cNvPr>
          <p:cNvSpPr/>
          <p:nvPr/>
        </p:nvSpPr>
        <p:spPr>
          <a:xfrm>
            <a:off x="6946277" y="859152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2" name="Halbbogen 41">
            <a:extLst>
              <a:ext uri="{FF2B5EF4-FFF2-40B4-BE49-F238E27FC236}">
                <a16:creationId xmlns:a16="http://schemas.microsoft.com/office/drawing/2014/main" id="{E2B242AB-9A45-F53B-8DA3-DE33069AD5AC}"/>
              </a:ext>
            </a:extLst>
          </p:cNvPr>
          <p:cNvSpPr/>
          <p:nvPr/>
        </p:nvSpPr>
        <p:spPr>
          <a:xfrm rot="10800000">
            <a:off x="6539179" y="1683485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3" name="Halbbogen 42">
            <a:extLst>
              <a:ext uri="{FF2B5EF4-FFF2-40B4-BE49-F238E27FC236}">
                <a16:creationId xmlns:a16="http://schemas.microsoft.com/office/drawing/2014/main" id="{A5074A7F-B8D4-B947-11FC-B5582A49ECE8}"/>
              </a:ext>
            </a:extLst>
          </p:cNvPr>
          <p:cNvSpPr/>
          <p:nvPr/>
        </p:nvSpPr>
        <p:spPr>
          <a:xfrm rot="10800000">
            <a:off x="6885735" y="3317460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6" name="Halbbogen 45">
            <a:extLst>
              <a:ext uri="{FF2B5EF4-FFF2-40B4-BE49-F238E27FC236}">
                <a16:creationId xmlns:a16="http://schemas.microsoft.com/office/drawing/2014/main" id="{C54A6CD0-51D3-C8F0-24A4-AC78F5137391}"/>
              </a:ext>
            </a:extLst>
          </p:cNvPr>
          <p:cNvSpPr/>
          <p:nvPr/>
        </p:nvSpPr>
        <p:spPr>
          <a:xfrm rot="10405355">
            <a:off x="6916564" y="1683484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7" name="Halbbogen 46">
            <a:extLst>
              <a:ext uri="{FF2B5EF4-FFF2-40B4-BE49-F238E27FC236}">
                <a16:creationId xmlns:a16="http://schemas.microsoft.com/office/drawing/2014/main" id="{BA6C5EE7-4757-8D9B-8C61-CBEDA2AC1117}"/>
              </a:ext>
            </a:extLst>
          </p:cNvPr>
          <p:cNvSpPr/>
          <p:nvPr/>
        </p:nvSpPr>
        <p:spPr>
          <a:xfrm rot="10800000">
            <a:off x="6459178" y="3291214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3" name="Halbbogen 52">
            <a:extLst>
              <a:ext uri="{FF2B5EF4-FFF2-40B4-BE49-F238E27FC236}">
                <a16:creationId xmlns:a16="http://schemas.microsoft.com/office/drawing/2014/main" id="{73B37FC8-19B0-7D35-7FB2-37F06C0E0ACF}"/>
              </a:ext>
            </a:extLst>
          </p:cNvPr>
          <p:cNvSpPr/>
          <p:nvPr/>
        </p:nvSpPr>
        <p:spPr>
          <a:xfrm rot="16200000">
            <a:off x="3015192" y="2929525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4" name="Halbbogen 53">
            <a:extLst>
              <a:ext uri="{FF2B5EF4-FFF2-40B4-BE49-F238E27FC236}">
                <a16:creationId xmlns:a16="http://schemas.microsoft.com/office/drawing/2014/main" id="{3B076816-B163-7EED-A512-59BA0B1A352C}"/>
              </a:ext>
            </a:extLst>
          </p:cNvPr>
          <p:cNvSpPr/>
          <p:nvPr/>
        </p:nvSpPr>
        <p:spPr>
          <a:xfrm rot="16200000">
            <a:off x="870110" y="3412371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6" name="Halbbogen 55">
            <a:extLst>
              <a:ext uri="{FF2B5EF4-FFF2-40B4-BE49-F238E27FC236}">
                <a16:creationId xmlns:a16="http://schemas.microsoft.com/office/drawing/2014/main" id="{53CADBA7-26BA-6955-E5C9-0869C04F3158}"/>
              </a:ext>
            </a:extLst>
          </p:cNvPr>
          <p:cNvSpPr/>
          <p:nvPr/>
        </p:nvSpPr>
        <p:spPr>
          <a:xfrm rot="16200000">
            <a:off x="2996256" y="3379119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7" name="Halbbogen 56">
            <a:extLst>
              <a:ext uri="{FF2B5EF4-FFF2-40B4-BE49-F238E27FC236}">
                <a16:creationId xmlns:a16="http://schemas.microsoft.com/office/drawing/2014/main" id="{16F01732-13A8-3B5B-983B-BE740916056A}"/>
              </a:ext>
            </a:extLst>
          </p:cNvPr>
          <p:cNvSpPr/>
          <p:nvPr/>
        </p:nvSpPr>
        <p:spPr>
          <a:xfrm rot="16200000">
            <a:off x="4478123" y="2978806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8" name="Halbbogen 57">
            <a:extLst>
              <a:ext uri="{FF2B5EF4-FFF2-40B4-BE49-F238E27FC236}">
                <a16:creationId xmlns:a16="http://schemas.microsoft.com/office/drawing/2014/main" id="{17F54524-79F5-8472-4773-937D08967B85}"/>
              </a:ext>
            </a:extLst>
          </p:cNvPr>
          <p:cNvSpPr/>
          <p:nvPr/>
        </p:nvSpPr>
        <p:spPr>
          <a:xfrm rot="16200000">
            <a:off x="4510413" y="3452409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0" name="Halbbogen 59">
            <a:extLst>
              <a:ext uri="{FF2B5EF4-FFF2-40B4-BE49-F238E27FC236}">
                <a16:creationId xmlns:a16="http://schemas.microsoft.com/office/drawing/2014/main" id="{59EB40BF-81CC-1040-C2FF-5938FFACFC8D}"/>
              </a:ext>
            </a:extLst>
          </p:cNvPr>
          <p:cNvSpPr/>
          <p:nvPr/>
        </p:nvSpPr>
        <p:spPr>
          <a:xfrm rot="16200000">
            <a:off x="856018" y="2998418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1" name="Halbbogen 60">
            <a:extLst>
              <a:ext uri="{FF2B5EF4-FFF2-40B4-BE49-F238E27FC236}">
                <a16:creationId xmlns:a16="http://schemas.microsoft.com/office/drawing/2014/main" id="{5F54E69D-9202-5715-DCF6-0C83FE5F89BE}"/>
              </a:ext>
            </a:extLst>
          </p:cNvPr>
          <p:cNvSpPr/>
          <p:nvPr/>
        </p:nvSpPr>
        <p:spPr>
          <a:xfrm rot="16200000">
            <a:off x="857211" y="2481045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2" name="Halbbogen 61">
            <a:extLst>
              <a:ext uri="{FF2B5EF4-FFF2-40B4-BE49-F238E27FC236}">
                <a16:creationId xmlns:a16="http://schemas.microsoft.com/office/drawing/2014/main" id="{980AE907-410A-65CE-7A09-D9B28B662346}"/>
              </a:ext>
            </a:extLst>
          </p:cNvPr>
          <p:cNvSpPr/>
          <p:nvPr/>
        </p:nvSpPr>
        <p:spPr>
          <a:xfrm rot="16200000">
            <a:off x="852363" y="2051580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3" name="Halbbogen 62">
            <a:extLst>
              <a:ext uri="{FF2B5EF4-FFF2-40B4-BE49-F238E27FC236}">
                <a16:creationId xmlns:a16="http://schemas.microsoft.com/office/drawing/2014/main" id="{F4470759-29BD-6DC8-E2A0-47855D662315}"/>
              </a:ext>
            </a:extLst>
          </p:cNvPr>
          <p:cNvSpPr/>
          <p:nvPr/>
        </p:nvSpPr>
        <p:spPr>
          <a:xfrm rot="5400000">
            <a:off x="5243186" y="3412372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4" name="Halbbogen 63">
            <a:extLst>
              <a:ext uri="{FF2B5EF4-FFF2-40B4-BE49-F238E27FC236}">
                <a16:creationId xmlns:a16="http://schemas.microsoft.com/office/drawing/2014/main" id="{D5D16DC2-BF19-7549-80DA-5024C5495D12}"/>
              </a:ext>
            </a:extLst>
          </p:cNvPr>
          <p:cNvSpPr/>
          <p:nvPr/>
        </p:nvSpPr>
        <p:spPr>
          <a:xfrm rot="5400000">
            <a:off x="5258917" y="3023466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5" name="Halbbogen 64">
            <a:extLst>
              <a:ext uri="{FF2B5EF4-FFF2-40B4-BE49-F238E27FC236}">
                <a16:creationId xmlns:a16="http://schemas.microsoft.com/office/drawing/2014/main" id="{53BD09B5-068B-5A07-B879-CF468052D330}"/>
              </a:ext>
            </a:extLst>
          </p:cNvPr>
          <p:cNvSpPr/>
          <p:nvPr/>
        </p:nvSpPr>
        <p:spPr>
          <a:xfrm rot="5400000">
            <a:off x="3773688" y="3412372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6" name="Halbbogen 65">
            <a:extLst>
              <a:ext uri="{FF2B5EF4-FFF2-40B4-BE49-F238E27FC236}">
                <a16:creationId xmlns:a16="http://schemas.microsoft.com/office/drawing/2014/main" id="{AA1BC9EC-96DF-7E6A-36F0-8509B60B19AF}"/>
              </a:ext>
            </a:extLst>
          </p:cNvPr>
          <p:cNvSpPr/>
          <p:nvPr/>
        </p:nvSpPr>
        <p:spPr>
          <a:xfrm rot="5400000">
            <a:off x="3751841" y="2976495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7" name="Halbbogen 66">
            <a:extLst>
              <a:ext uri="{FF2B5EF4-FFF2-40B4-BE49-F238E27FC236}">
                <a16:creationId xmlns:a16="http://schemas.microsoft.com/office/drawing/2014/main" id="{9F575AB5-CA43-F1EF-855F-95F1AAA4B450}"/>
              </a:ext>
            </a:extLst>
          </p:cNvPr>
          <p:cNvSpPr/>
          <p:nvPr/>
        </p:nvSpPr>
        <p:spPr>
          <a:xfrm rot="5400000">
            <a:off x="1627150" y="2565226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8" name="Halbbogen 67">
            <a:extLst>
              <a:ext uri="{FF2B5EF4-FFF2-40B4-BE49-F238E27FC236}">
                <a16:creationId xmlns:a16="http://schemas.microsoft.com/office/drawing/2014/main" id="{21144B49-6F59-814E-0872-8B787FB25873}"/>
              </a:ext>
            </a:extLst>
          </p:cNvPr>
          <p:cNvSpPr/>
          <p:nvPr/>
        </p:nvSpPr>
        <p:spPr>
          <a:xfrm rot="5400000">
            <a:off x="1627151" y="3040916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9" name="Halbbogen 68">
            <a:extLst>
              <a:ext uri="{FF2B5EF4-FFF2-40B4-BE49-F238E27FC236}">
                <a16:creationId xmlns:a16="http://schemas.microsoft.com/office/drawing/2014/main" id="{C7561DD0-00CA-B15C-8D0D-FE510CDAEF54}"/>
              </a:ext>
            </a:extLst>
          </p:cNvPr>
          <p:cNvSpPr/>
          <p:nvPr/>
        </p:nvSpPr>
        <p:spPr>
          <a:xfrm rot="5400000">
            <a:off x="1638969" y="3432801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0" name="Halbbogen 69">
            <a:extLst>
              <a:ext uri="{FF2B5EF4-FFF2-40B4-BE49-F238E27FC236}">
                <a16:creationId xmlns:a16="http://schemas.microsoft.com/office/drawing/2014/main" id="{C1B8825E-8F1E-3EF3-FDF0-DF6AF8DD5AD1}"/>
              </a:ext>
            </a:extLst>
          </p:cNvPr>
          <p:cNvSpPr/>
          <p:nvPr/>
        </p:nvSpPr>
        <p:spPr>
          <a:xfrm rot="5400000">
            <a:off x="1616320" y="2078641"/>
            <a:ext cx="313151" cy="172233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2" name="Pfeil nach links und rechts 71">
            <a:extLst>
              <a:ext uri="{FF2B5EF4-FFF2-40B4-BE49-F238E27FC236}">
                <a16:creationId xmlns:a16="http://schemas.microsoft.com/office/drawing/2014/main" id="{EED64213-D215-A2C7-A55D-B77D8CB60F31}"/>
              </a:ext>
            </a:extLst>
          </p:cNvPr>
          <p:cNvSpPr/>
          <p:nvPr/>
        </p:nvSpPr>
        <p:spPr>
          <a:xfrm>
            <a:off x="486500" y="351877"/>
            <a:ext cx="6843834" cy="4571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Pfeil nach oben und unten 72">
            <a:extLst>
              <a:ext uri="{FF2B5EF4-FFF2-40B4-BE49-F238E27FC236}">
                <a16:creationId xmlns:a16="http://schemas.microsoft.com/office/drawing/2014/main" id="{C524E482-41E3-9DF0-DFA7-136FC7FBAF15}"/>
              </a:ext>
            </a:extLst>
          </p:cNvPr>
          <p:cNvSpPr/>
          <p:nvPr/>
        </p:nvSpPr>
        <p:spPr>
          <a:xfrm>
            <a:off x="7578247" y="531655"/>
            <a:ext cx="62630" cy="323972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AAFCCDBD-2A0A-E69E-764E-C40CA500360A}"/>
              </a:ext>
            </a:extLst>
          </p:cNvPr>
          <p:cNvSpPr txBox="1"/>
          <p:nvPr/>
        </p:nvSpPr>
        <p:spPr>
          <a:xfrm>
            <a:off x="7616037" y="1873086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4,54 m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EC8CD34A-F70C-A63F-4E25-1D9790AA0B68}"/>
              </a:ext>
            </a:extLst>
          </p:cNvPr>
          <p:cNvSpPr txBox="1"/>
          <p:nvPr/>
        </p:nvSpPr>
        <p:spPr>
          <a:xfrm>
            <a:off x="4219359" y="61494"/>
            <a:ext cx="830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9,88 m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99DD622-EBD4-3275-317C-1A10FE2CDF62}"/>
              </a:ext>
            </a:extLst>
          </p:cNvPr>
          <p:cNvSpPr txBox="1"/>
          <p:nvPr/>
        </p:nvSpPr>
        <p:spPr>
          <a:xfrm>
            <a:off x="6330175" y="1182141"/>
            <a:ext cx="1155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b="1">
                <a:solidFill>
                  <a:schemeClr val="bg1"/>
                </a:solidFill>
              </a:rPr>
              <a:t>1,20x0.80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F6015AA-8A78-8D78-39C6-46DC3C811563}"/>
              </a:ext>
            </a:extLst>
          </p:cNvPr>
          <p:cNvSpPr txBox="1"/>
          <p:nvPr/>
        </p:nvSpPr>
        <p:spPr>
          <a:xfrm rot="16200000">
            <a:off x="2953894" y="3065298"/>
            <a:ext cx="1155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400" b="1">
                <a:solidFill>
                  <a:schemeClr val="bg1"/>
                </a:solidFill>
              </a:rPr>
              <a:t>1,20x0.80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C54DA7-3213-FA52-9E02-515876CE9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657" y="4037779"/>
            <a:ext cx="5468810" cy="252659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E0AD200D-258B-1850-DD68-2A1710ED91CB}"/>
              </a:ext>
            </a:extLst>
          </p:cNvPr>
          <p:cNvSpPr txBox="1"/>
          <p:nvPr/>
        </p:nvSpPr>
        <p:spPr>
          <a:xfrm>
            <a:off x="12809338" y="2410586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70CA0A8-A929-41D0-D061-8CB130577399}"/>
              </a:ext>
            </a:extLst>
          </p:cNvPr>
          <p:cNvSpPr txBox="1"/>
          <p:nvPr/>
        </p:nvSpPr>
        <p:spPr>
          <a:xfrm>
            <a:off x="486499" y="487321"/>
            <a:ext cx="1800979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2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Wandschrank</a:t>
            </a:r>
            <a:r>
              <a:rPr lang="de-DE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15CD536-4C2F-DB41-64B6-97A57BEE800A}"/>
              </a:ext>
            </a:extLst>
          </p:cNvPr>
          <p:cNvSpPr txBox="1"/>
          <p:nvPr/>
        </p:nvSpPr>
        <p:spPr>
          <a:xfrm rot="10800000" flipV="1">
            <a:off x="8519547" y="301489"/>
            <a:ext cx="3065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/>
              <a:t>Haus Amos </a:t>
            </a:r>
          </a:p>
          <a:p>
            <a:pPr algn="l"/>
            <a:r>
              <a:rPr lang="de-DE" b="1"/>
              <a:t>Raumplanung ebenerdiger  Veranstaltungsraum  </a:t>
            </a:r>
            <a:r>
              <a:rPr lang="de-DE" b="1" err="1"/>
              <a:t>ca</a:t>
            </a:r>
            <a:r>
              <a:rPr lang="de-DE" b="1"/>
              <a:t> 45 qm 24 – 28 Sitzplätze  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1DF8925-0CBE-BA8B-DFFE-547F1DD6296B}"/>
              </a:ext>
            </a:extLst>
          </p:cNvPr>
          <p:cNvSpPr txBox="1"/>
          <p:nvPr/>
        </p:nvSpPr>
        <p:spPr>
          <a:xfrm rot="10800000" flipV="1">
            <a:off x="1358618" y="4696524"/>
            <a:ext cx="3623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/>
              <a:t>Sitzplätze vor Kopf, werden für Rollstühle oder Kinderhochstühle freigehalten</a:t>
            </a:r>
          </a:p>
        </p:txBody>
      </p: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02E134ED-E3B3-ABF4-4842-047F30470408}"/>
              </a:ext>
            </a:extLst>
          </p:cNvPr>
          <p:cNvCxnSpPr/>
          <p:nvPr/>
        </p:nvCxnSpPr>
        <p:spPr>
          <a:xfrm>
            <a:off x="2307771" y="508796"/>
            <a:ext cx="0" cy="3637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7EE7DB0E-6564-4E5E-E57B-A964F192B01E}"/>
              </a:ext>
            </a:extLst>
          </p:cNvPr>
          <p:cNvSpPr/>
          <p:nvPr/>
        </p:nvSpPr>
        <p:spPr>
          <a:xfrm>
            <a:off x="2307770" y="465250"/>
            <a:ext cx="127587" cy="4364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F679C49-DBBE-0AD3-5BF8-704D5DF2D03C}"/>
              </a:ext>
            </a:extLst>
          </p:cNvPr>
          <p:cNvSpPr/>
          <p:nvPr/>
        </p:nvSpPr>
        <p:spPr>
          <a:xfrm>
            <a:off x="2287478" y="3324468"/>
            <a:ext cx="92942" cy="363701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FCD95B2B-26EB-86B6-91A1-CF077B1CC727}"/>
              </a:ext>
            </a:extLst>
          </p:cNvPr>
          <p:cNvSpPr/>
          <p:nvPr/>
        </p:nvSpPr>
        <p:spPr>
          <a:xfrm>
            <a:off x="413778" y="1841996"/>
            <a:ext cx="48566" cy="70242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7F7E956-4134-8DF2-BDA7-8061E3CD294C}"/>
              </a:ext>
            </a:extLst>
          </p:cNvPr>
          <p:cNvSpPr/>
          <p:nvPr/>
        </p:nvSpPr>
        <p:spPr>
          <a:xfrm>
            <a:off x="2275156" y="3275149"/>
            <a:ext cx="127587" cy="43640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6B14066A-DA71-4B4C-8E39-D9D7EBE28A02}"/>
              </a:ext>
            </a:extLst>
          </p:cNvPr>
          <p:cNvSpPr/>
          <p:nvPr/>
        </p:nvSpPr>
        <p:spPr>
          <a:xfrm>
            <a:off x="7303553" y="1401159"/>
            <a:ext cx="112317" cy="471927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2E863938-BC65-AE7B-AD67-A7DF1BE1E823}"/>
              </a:ext>
            </a:extLst>
          </p:cNvPr>
          <p:cNvSpPr/>
          <p:nvPr/>
        </p:nvSpPr>
        <p:spPr>
          <a:xfrm>
            <a:off x="7345433" y="2641631"/>
            <a:ext cx="112317" cy="471927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450C379E-EEA6-13A0-C8E8-022D88518441}"/>
              </a:ext>
            </a:extLst>
          </p:cNvPr>
          <p:cNvSpPr/>
          <p:nvPr/>
        </p:nvSpPr>
        <p:spPr>
          <a:xfrm rot="5400000">
            <a:off x="5218167" y="3311227"/>
            <a:ext cx="138561" cy="93921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DD8BF421-FE48-C630-7732-5A4FDBF6A8D4}"/>
              </a:ext>
            </a:extLst>
          </p:cNvPr>
          <p:cNvSpPr/>
          <p:nvPr/>
        </p:nvSpPr>
        <p:spPr>
          <a:xfrm rot="5400000">
            <a:off x="3759920" y="3315117"/>
            <a:ext cx="91351" cy="939216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B1ED57E0-E114-E620-AF1B-20EC4848EAEE}"/>
              </a:ext>
            </a:extLst>
          </p:cNvPr>
          <p:cNvSpPr/>
          <p:nvPr/>
        </p:nvSpPr>
        <p:spPr>
          <a:xfrm rot="5400000">
            <a:off x="1522063" y="3540395"/>
            <a:ext cx="138310" cy="53558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E0ED4991-EE01-569E-1A26-CBEC5A45150A}"/>
              </a:ext>
            </a:extLst>
          </p:cNvPr>
          <p:cNvSpPr txBox="1"/>
          <p:nvPr/>
        </p:nvSpPr>
        <p:spPr>
          <a:xfrm>
            <a:off x="4442405" y="504680"/>
            <a:ext cx="1505939" cy="2769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12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Klavier </a:t>
            </a:r>
            <a:endParaRPr lang="de-DE" sz="16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52EA4CAB-DA9F-7DEB-8BAD-153D6EB3AA5F}"/>
              </a:ext>
            </a:extLst>
          </p:cNvPr>
          <p:cNvSpPr/>
          <p:nvPr/>
        </p:nvSpPr>
        <p:spPr>
          <a:xfrm>
            <a:off x="2405740" y="465246"/>
            <a:ext cx="210497" cy="147553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0582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Wilfried Fuhrmann</dc:creator>
  <cp:revision>1</cp:revision>
  <dcterms:created xsi:type="dcterms:W3CDTF">2026-03-20T10:46:09Z</dcterms:created>
  <dcterms:modified xsi:type="dcterms:W3CDTF">2026-03-21T12:34:55Z</dcterms:modified>
</cp:coreProperties>
</file>